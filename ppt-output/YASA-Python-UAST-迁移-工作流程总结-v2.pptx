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9eb7c180cd4fd9" /><Relationship Type="http://schemas.openxmlformats.org/officeDocument/2006/relationships/extended-properties" Target="/docProps/app.xml" Id="R0185bef5d97c41cb" /><Relationship Type="http://schemas.openxmlformats.org/officeDocument/2006/relationships/officeDocument" Target="/ppt/presentation.xml" Id="R9495a33e3263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a238d33944e09"/>
  </p:sldMasterIdLst>
  <p:notesMasterIdLst>
    <p:notesMasterId xmlns:r="http://schemas.openxmlformats.org/officeDocument/2006/relationships" r:id="R62393e92fb794f5b"/>
  </p:notesMasterIdLst>
  <p:sldIdLst>
    <p:sldId xmlns:r="http://schemas.openxmlformats.org/officeDocument/2006/relationships" id="256" r:id="R028168e29a9d4fa1"/>
    <p:sldId xmlns:r="http://schemas.openxmlformats.org/officeDocument/2006/relationships" id="257" r:id="Ra380570419d84db4"/>
    <p:sldId xmlns:r="http://schemas.openxmlformats.org/officeDocument/2006/relationships" id="258" r:id="Ree335f87e57b4182"/>
    <p:sldId xmlns:r="http://schemas.openxmlformats.org/officeDocument/2006/relationships" id="259" r:id="R02e30be50fb94ee8"/>
    <p:sldId xmlns:r="http://schemas.openxmlformats.org/officeDocument/2006/relationships" id="260" r:id="Rfb97f936db474542"/>
    <p:sldId xmlns:r="http://schemas.openxmlformats.org/officeDocument/2006/relationships" id="261" r:id="Rc04934f6100741a3"/>
    <p:sldId xmlns:r="http://schemas.openxmlformats.org/officeDocument/2006/relationships" id="262" r:id="Rd790ac5c970b4cde"/>
    <p:sldId xmlns:r="http://schemas.openxmlformats.org/officeDocument/2006/relationships" id="263" r:id="R9f40a83c51794b12"/>
    <p:sldId xmlns:r="http://schemas.openxmlformats.org/officeDocument/2006/relationships" id="264" r:id="R61cd324f6b334822"/>
    <p:sldId xmlns:r="http://schemas.openxmlformats.org/officeDocument/2006/relationships" id="265" r:id="Re83a206df0204e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1e799566a4fc8" /><Relationship Type="http://schemas.openxmlformats.org/officeDocument/2006/relationships/slideMaster" Target="/ppt/slideMasters/slideMaster1.xml" Id="Re2ba238d33944e09" /><Relationship Type="http://schemas.openxmlformats.org/officeDocument/2006/relationships/notesMaster" Target="/ppt/notesMasters/notesMaster1.xml" Id="R62393e92fb794f5b" /><Relationship Type="http://schemas.openxmlformats.org/officeDocument/2006/relationships/presProps" Target="/ppt/presProps.xml" Id="Ra0e36afa2b6a471b" /><Relationship Type="http://schemas.openxmlformats.org/officeDocument/2006/relationships/tableStyles" Target="/ppt/tableStyles.xml" Id="Rad09bd6c1baf4a2a" /><Relationship Type="http://schemas.openxmlformats.org/officeDocument/2006/relationships/slide" Target="/ppt/slides/slide1.xml" Id="R028168e29a9d4fa1" /><Relationship Type="http://schemas.openxmlformats.org/officeDocument/2006/relationships/slide" Target="/ppt/slides/slide2.xml" Id="Ra380570419d84db4" /><Relationship Type="http://schemas.openxmlformats.org/officeDocument/2006/relationships/slide" Target="/ppt/slides/slide3.xml" Id="Ree335f87e57b4182" /><Relationship Type="http://schemas.openxmlformats.org/officeDocument/2006/relationships/slide" Target="/ppt/slides/slide4.xml" Id="R02e30be50fb94ee8" /><Relationship Type="http://schemas.openxmlformats.org/officeDocument/2006/relationships/slide" Target="/ppt/slides/slide5.xml" Id="Rfb97f936db474542" /><Relationship Type="http://schemas.openxmlformats.org/officeDocument/2006/relationships/slide" Target="/ppt/slides/slide6.xml" Id="Rc04934f6100741a3" /><Relationship Type="http://schemas.openxmlformats.org/officeDocument/2006/relationships/slide" Target="/ppt/slides/slide7.xml" Id="Rd790ac5c970b4cde" /><Relationship Type="http://schemas.openxmlformats.org/officeDocument/2006/relationships/slide" Target="/ppt/slides/slide8.xml" Id="R9f40a83c51794b12" /><Relationship Type="http://schemas.openxmlformats.org/officeDocument/2006/relationships/slide" Target="/ppt/slides/slide9.xml" Id="R61cd324f6b334822" /><Relationship Type="http://schemas.openxmlformats.org/officeDocument/2006/relationships/slide" Target="/ppt/slides/slide10.xml" Id="Re83a206df020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8f73685cc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41ac553754221" /><Relationship Type="http://schemas.openxmlformats.org/officeDocument/2006/relationships/notesMaster" Target="/ppt/notesMasters/notesMaster1.xml" Id="Rda495e56458e4d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daad86b0464acc" /><Relationship Type="http://schemas.openxmlformats.org/officeDocument/2006/relationships/notesMaster" Target="/ppt/notesMasters/notesMaster1.xml" Id="Re467b50412b1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d9fde948248e8" /><Relationship Type="http://schemas.openxmlformats.org/officeDocument/2006/relationships/notesMaster" Target="/ppt/notesMasters/notesMaster1.xml" Id="R5af314a029c3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ff97751df423d" /><Relationship Type="http://schemas.openxmlformats.org/officeDocument/2006/relationships/notesMaster" Target="/ppt/notesMasters/notesMaster1.xml" Id="Rc3145413dc5948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cdd704df44fd7" /><Relationship Type="http://schemas.openxmlformats.org/officeDocument/2006/relationships/notesMaster" Target="/ppt/notesMasters/notesMaster1.xml" Id="R9d5eca3184df43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3b50126ab4f80" /><Relationship Type="http://schemas.openxmlformats.org/officeDocument/2006/relationships/notesMaster" Target="/ppt/notesMasters/notesMaster1.xml" Id="R55e968d1933f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e6681af6d64841" /><Relationship Type="http://schemas.openxmlformats.org/officeDocument/2006/relationships/notesMaster" Target="/ppt/notesMasters/notesMaster1.xml" Id="Ra2f74f85c84b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36b79916b04eef" /><Relationship Type="http://schemas.openxmlformats.org/officeDocument/2006/relationships/notesMaster" Target="/ppt/notesMasters/notesMaster1.xml" Id="Rd82186914d5541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d3286d68a4173" /><Relationship Type="http://schemas.openxmlformats.org/officeDocument/2006/relationships/notesMaster" Target="/ppt/notesMasters/notesMaster1.xml" Id="Re91c3309e8844a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01a4358a6a4fb9" /><Relationship Type="http://schemas.openxmlformats.org/officeDocument/2006/relationships/notesMaster" Target="/ppt/notesMasters/notesMaster1.xml" Id="R313240eac1c542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本页概览：这份汇报解释 Python UAST parser 为什么迁移、如何实施，以及如何证明迁移没有改变分析结果。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来源：workstreams/yasa-python-migration/README.md；Python解析器迁移-最新进展与验收状态.md。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来源：Python-解析器迁移-测试计划.md；Python解析器迁移-现场验收手册.md。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来源：Node与WASM解析器说明.md；Python-Tree-sitter-迁移说明.md；uast/parser-Python/README.md。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WASM 是 WebAssembly 的缩写，是一种可移植的二进制执行格式。这里的 WASM 文件来自 tree-sitter-python 包，里面是 Python grammar，用于把源码识别成 Tree-sitter 语法树；它不负责生成 UAST，也不负责污点分析。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来源：Python解析器迁移-最新进展与验收状态.md；Python-解析器迁移-测试计划.md。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来源：Python-UAST双侧还原-小样例.md；PyTorch真实源码-解析与还原.md；PyTorch旧新UAST差异分类.md；五项验收与PyTorch-UAST差异说明.md。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来源：xAST-检出与性能对比.md；OWASP-Python-旧新回归.md；Python解析器迁移-现场验收手册.md。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来源：xAST-检出与性能对比.md；OWASP-Python-旧新回归.md；Python解析器迁移-最新进展与验收状态.md。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本页将工作状态收束为四句话：完成了什么、证明了什么、解释了什么、还要收口什么。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aa190a358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04163185047f4" /><Relationship Type="http://schemas.openxmlformats.org/officeDocument/2006/relationships/slideLayout" Target="/ppt/slideLayouts/slideLayout1.xml" Id="R4325f90dfcc840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5f90dfcc840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9ce1349ec449b" /><Relationship Type="http://schemas.openxmlformats.org/officeDocument/2006/relationships/notesSlide" Target="/ppt/notesSlides/notesSlide1.xml" Id="Rb141533c9480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9dd4539b14eb5" /><Relationship Type="http://schemas.openxmlformats.org/officeDocument/2006/relationships/notesSlide" Target="/ppt/notesSlides/notesSlide2.xml" Id="R08c7b5eb27a7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ddda4cc64e8f" /><Relationship Type="http://schemas.openxmlformats.org/officeDocument/2006/relationships/notesSlide" Target="/ppt/notesSlides/notesSlide3.xml" Id="Re5dcde2b836c4d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3bc678b914162" /><Relationship Type="http://schemas.openxmlformats.org/officeDocument/2006/relationships/notesSlide" Target="/ppt/notesSlides/notesSlide4.xml" Id="R061b4e63fe9b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ff7e7a7842aa" /><Relationship Type="http://schemas.openxmlformats.org/officeDocument/2006/relationships/notesSlide" Target="/ppt/notesSlides/notesSlide5.xml" Id="Rb4a7ecd08a4349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d73b92a854dde" /><Relationship Type="http://schemas.openxmlformats.org/officeDocument/2006/relationships/notesSlide" Target="/ppt/notesSlides/notesSlide6.xml" Id="R71420c746e62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f94c5b18d462a" /><Relationship Type="http://schemas.openxmlformats.org/officeDocument/2006/relationships/notesSlide" Target="/ppt/notesSlides/notesSlide7.xml" Id="Rd5393db55f5e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b58450ba74ffa" /><Relationship Type="http://schemas.openxmlformats.org/officeDocument/2006/relationships/notesSlide" Target="/ppt/notesSlides/notesSlide8.xml" Id="R86a31902f6944a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fafd9c47d4099" /><Relationship Type="http://schemas.openxmlformats.org/officeDocument/2006/relationships/notesSlide" Target="/ppt/notesSlides/notesSlide9.xml" Id="Ra77014c041424d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c7c16bae64ea9" /><Relationship Type="http://schemas.openxmlformats.org/officeDocument/2006/relationships/notesSlide" Target="/ppt/notesSlides/notesSlide10.xml" Id="R2369340ca6f54b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AF52E-82F7-4D9E-8F0E-64B66CD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8BC4A-5E26-47F6-8F18-BBFFA72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2AF49-574D-4FE8-85E5-445A7009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B2F26-0AA7-4F24-90F8-F3703E4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BEE3F8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BEE3F8"/>
                </a:solidFill>
                <a:latin typeface="PingFang SC"/>
                <a:ea typeface="PingFang SC"/>
                <a:cs typeface="PingFang SC"/>
              </a:rPr>
              <a:t>从外部 uast4py 到 Node.js + Tree-sitter/WASM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5E86-12D9-44DE-A725-6772BF0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工作流程、关键实现与验收结果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5323F-EB63-4E6A-940A-36CCE9F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1D6E7-A842-4D96-A31D-2BFF6C3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89275-A054-4E09-8550-88852DF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650D9-52C4-4235-9AC8-550237A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F36DF-2150-47F6-B05E-43D82E88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AC489-A45E-4211-8D13-8850C05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Tree-sitter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DBC6-1B11-47AD-9E21-3F02B9AA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语法树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06A1B-0E8F-4B98-AD7E-AB9AA31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541F6-BC8C-45EC-852E-4781A5B6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B3C5"/>
          </a:solidFill>
          <a:ln xmlns:a="http://schemas.openxmlformats.org/drawingml/2006/main" w="9525">
            <a:solidFill>
              <a:srgbClr val="16B3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BEC91-C869-4005-BA7B-F088126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Visitor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44BAA-4DE6-477D-BE40-DE1F573D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UAST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8D091-1DEB-474E-B891-F8C7F53A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D7BC9-86A7-4DBB-AFE1-8923EFF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09610-E367-47CE-9544-328E825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B52EB-66E2-44F4-A090-C88857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79FFF-8D2C-44A8-8B5D-5788266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910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9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033A6-CA2D-499E-A6ED-E2C23FC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466E"/>
          </a:solidFill>
          <a:ln xmlns:a="http://schemas.openxmlformats.org/drawingml/2006/main" w="9525">
            <a:solidFill>
              <a:srgbClr val="3973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392ED-5EBE-45C2-A3C1-88FAED0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SARIF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EE614-0FA4-48FE-8186-2C83223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D9E2EC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7806C-D775-4CFF-8DFC-7B9FE17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9FB3C8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截至 2026-09-17 的迁移总结</a:t>
            </a:r>
          </a:p>
        </p:txBody>
      </p:sp>
    </p:spTree>
    <p:extLst>
      <p:ext uri="{BB962C8B-B14F-4D97-AF65-F5344CB8AC3E}">
        <p14:creationId xmlns:p14="http://schemas.microsoft.com/office/powerpoint/2010/main" val="1156992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F01F0-1948-4507-9E42-DF201D6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迁移目标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591B-0833-4B50-835F-069EF33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先看清楚：替换的是解析入口，不是分析语义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2CB29-7FE0-49AB-AC9A-53571D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目标是缩短链路、减少外部进程，同时保持 Engine 看到的 UAST 与 finding 可比较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E670-B674-4781-98D0-1E7F706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DC0CE-025B-4830-AC45-73D25599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迁移前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00F7-F069-4AB3-B43F-80EA63C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迁移后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6933D-D32B-4CDF-BB5F-33E22DD9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AEB50-04BA-45C2-8856-2940837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.py 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37DD0-68E9-4F86-894C-353257B4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2228A-B81B-4AFD-9707-FA65E43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外部 uast4py</a:t>
            </a:r>
          </a:p>
          <a:p xmlns:a="http://schemas.openxmlformats.org/drawingml/2006/main">
            <a:pPr>
              <a:buNone/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AST + Visitor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6295B-9809-4218-94AA-4D19C77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51959-2AF1-4D51-B8FB-8CC5CF2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72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临时文件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UAST JSON 落盘再读回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66D23-B63E-4CCE-A4F8-A457510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Engine 继续做符号执行、污点分析和 SARIF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BF4D6-6822-495C-AAAB-493A9B5A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D69BB-7101-44D2-B7BD-73B1EC9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.py 源码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E550-861F-449E-BB4E-2908A43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B3FC6-8C3C-4EAF-92B0-4D3D6FDE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Node.js 进程内</a:t>
            </a:r>
          </a:p>
          <a:p xmlns:a="http://schemas.openxmlformats.org/drawingml/2006/main">
            <a:pPr>
              <a:buNone/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Tree-sitter WASM + Visitor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D37EC-314D-41DF-AE41-1D3E1EA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533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E2644-E4C6-422E-8A2E-49C2C9D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内存 UAST</a:t>
            </a:r>
          </a:p>
          <a:p xmlns:a="http://schemas.openxmlformats.org/drawingml/2006/main">
            <a:pPr>
              <a:buNone/>
              <a:def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直接交给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5AFF0-3AA5-48BF-802D-8E8615E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解析器接口与 Engine 后续分析边界保持稳定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3002D-24BE-4335-98F5-5B14D08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核心判断：parser 可以换，但 UAST 协议、finding 身份、污点 trace 和可观测性能必须重新验收。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4D0BA-9B8D-4817-936E-5D32E96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3D8AB-6674-45ED-9CC3-CEBD9E8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6990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522F4-FDAE-48F6-B51B-E891C17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BE63-2008-4D76-BD53-A478BE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从源码到安全结果，迁移工作沿着同一条链路验收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6F887-9603-4533-B74A-2F2EDA7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每一层都回答一个问题：能不能解析、是否保留语义、最终检出有没有变化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F5F61-60E3-4FE1-8746-D3DE440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CF16-7893-40B9-8DAB-A522582F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AC2B2-C0C4-4F66-8A4E-46F72B6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4BC1-1B71-4828-9BF1-B73360E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锁定基线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30E58-3C30-4262-AFD3-48DBF12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57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固定 Engine / UAST / parser / 规则 / 输入版本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2EC5E-34AA-4D56-9F48-8B07C22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15E13-726A-4ADD-AFE0-EE61A29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B1E24-511A-4766-A24D-98FF040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132C0-BF63-4939-9358-F66E1776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实现新 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481E0-84E9-44C7-8219-AB0B387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WASM 识别语法，TypeScript Visitor 转为 UAST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501A-0C15-4EA2-9EA0-EA5F6BF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0926-CD93-4573-BD03-81B34ABA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922DF-1B22-432B-B783-FD4E3580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07D82-6C62-4FB8-BDBE-F7267C9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接入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65756-B232-4F4B-90F1-369A3D9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本地 npm 包 + Python adapter，内存返回 CompileUnit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0CD87-E005-4D7B-943C-168413E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0C2D2-C7D4-4A16-94D4-AE5F647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F87D4-EC4C-40DA-974D-BF3C2F9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BF2FA-36A5-48C6-A6B6-E80B0FF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 UAST 对照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2873B-E102-4881-ACDC-B32BA13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单测、语义矩阵、真实项目、emitter round-trip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E7E7C-7B8D-400A-92A0-E94EFDA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0526D-7B97-4752-B861-85A09A8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9AE6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80CDB-8A20-41D7-8D16-F7E0C50C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A0495-5B93-4C81-A1B9-D443942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做安全回归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43903-667A-4A20-86B8-1DB7352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xAST 比 finding/trace，OWASP 比真值与命中集合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FB199-9BD9-4E35-8CDF-CA5B7BA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52800"/>
            <a:ext cx="114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E6951-0EA8-4AE3-8AE1-B26179A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638300" cy="20383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E8854-88F1-44C7-88DC-2773B89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78018-391F-4A4B-AF8A-8BD0DF6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做性能复测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B19525-2E5F-4DD1-B81B-7B593CF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解析耗时、端到端耗时、RSS 与口径说明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4DFFC3-1CCA-4D2C-A846-BE9B872E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验收顺序的关键：先证明 UAST 可比，再证明 Engine 的 finding / trace 没变，最后解释性能和剩余差异。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3A769-9FCF-4932-8F18-BA31A972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F531EB-5A04-4A0B-8C82-BD1FF47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005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50ABA-9E6D-4AB8-AE3B-9C70EA0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03 关键实现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ED93E-32B7-4C86-AF2A-49684D1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新 parser 把“语法识别”和“UAST 翻译”拆成两层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133C-9A13-40B5-82D8-6D36F4E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这样做的好处是：Tree-sitter 负责识别 Python，Visitor 负责遵守 YASA 的统一协议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D868C-051D-4891-AB78-8ABCE90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59D3A-23F7-40BD-BB22-8B9EAA5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Parser 内部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66FB-71AC-4D05-9843-00E7956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7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FFD10-B850-47C5-ADEB-5D05899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tree-sitter-python.wasm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27352-A569-41D5-B370-B9793AC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识别 Python 语法树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CB121-28BC-49EA-8D57-B900ECD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30F28-10AA-4955-8C37-68A5FA5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CFC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7F903-8EBF-4223-88E2-A368566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TypeScript Visitor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916C0-BD1E-481B-83B7-E10F852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语法树 → YASA UAST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7A4E0-2790-492F-9288-90216DB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边界契约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957FB-CD16-4E4F-9352-7F63AF68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16DBB-8178-4FDC-B6A7-59E9C73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Parser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40B7C-50C3-4C64-B3EE-9EA9C2B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2420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64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await init()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parse(code, options) → CompileUnit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初始化一次，解析同步返回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语法错误带文件与行号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AFC4B-2A25-4A7B-BD85-03531C2F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Engine 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70D0-08BE-42D7-96DC-364965E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AD605-331A-411C-910C-671C7DF9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74394-8A75-44E8-AF07-2DC9EB74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457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44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本地 file:../uast/parser-Python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Node.js 进程内加载 parser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直接把 UAST 交给统一后处理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worker 各自初始化一份 WASM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72D5A-E18D-441B-8083-EFB11552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5757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DAD11-7251-4D24-A4A4-04A6EC5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5757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F1FED-96FA-49A2-A6BE-9B52C55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生产代码位置：uast/parser-Python/src/</a:t>
            </a:r>
          </a:p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Engine 接入位置：engine/src/engine/parser/python/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2719F-D1AE-442F-8080-0155DA6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45557-E866-4C75-9719-145883D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200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15555-23B8-4248-A820-D85735A1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272E-F616-4B05-8259-F76B2AD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03A 关键概念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7AC0-BCFC-4A7A-A3D2-246138D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WASM 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183B8-B1B4-462F-8C69-EF39B9B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在这次迁移里，它是“可被 Node.js 加载的 Python 语法识别模块”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7ABD0-7111-403E-A848-B6850D9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53F94-1795-45AD-8799-8B49860E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一句话理解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637E2-25EC-4F7E-9218-267A0E52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43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7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A2073-D270-44A9-BE94-9844D15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57475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WASM（WebAssembly）是一种可移植的二进制执行格式。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BC1F-C7B1-4911-AEC4-B758ABE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979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它不是 Python 解释器，也不是 UAST；这里装的是 Tree-sitter 的 Python grammar。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44E58-0A44-406D-A513-29A8C0D3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在迁移链路中的分工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10435-4887-48A9-A14A-B54B6DA5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C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8E33C-D096-4E64-8CC9-2C3306A1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WASM grammar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2049E-BCCB-4CA2-B149-88D1BDC1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识别 Python 语法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输出 Tree-sitter 语法树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BAF6C-956E-42B2-9C10-129A5AB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672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BDDAC-3AA1-4CC7-9CA8-ABA72120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1480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CFC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32074-7245-4C1C-9F5F-A075ECA4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24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TypeScript Visitor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A6A84-EE64-4ED0-97E1-B9B899B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625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把语法树翻译成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YASA UAST 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4AE55-7B29-4904-8934-BDF0EED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12D49-711F-472A-A979-057688A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FAE52-2D97-48C7-9563-5CA3CF0C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385AF-7021-45CE-BB37-6D0DCC8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读取 UAST，继续做</a:t>
            </a:r>
          </a:p>
          <a:p xmlns:a="http://schemas.openxmlformats.org/drawingml/2006/main">
            <a:pPr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调用图、污点分析与 SARIF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FF1B-466E-4CB5-9E50-526DABE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为什么适合本次迁移：grammar 只负责“看懂语法”，Visitor 负责“符合 UAST 协议”，两层可以分别测试和修复。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46B29-DFC8-4BED-AC9F-50958CDA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5F097-FF1F-4A00-AB5F-2F58DC2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3576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DBE1E-4EAA-4568-9D62-4DE761D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04 验收框架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41BE-9337-429F-9768-96B0FE3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五层证据把“解析器没变”拆成可检查的事实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90032-A3CF-4648-A9EC-EB6B7997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不同层级测量不同风险，不能用单个数字替代整条证据链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9046E-0948-4170-918A-005B662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1D884-B3B1-4116-ABF4-47F573A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CBAD3-1B93-432B-918B-E952C880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C464B-68E1-48F3-8E04-3561E610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UAST 单测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A798A-2567-49D9-AF50-B34F271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66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20/20 parser 回归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19 类语义矩阵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E3A1E-5525-4E14-94AD-D9F5D77E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F2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7EF01-F39B-44E6-8043-3EC3DDFE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4CDD-D51C-40D6-86F3-2C455BB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大项目解析与还原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5934E-E86E-4A88-9D8B-8D358E7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122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PyTorch 122/122 可解析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20/20 小样例 round-trip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32066-FCBE-4973-92F5-BF5B498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EAF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21E48-8667-4417-8388-C807752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18185-C6B6-49A9-AD40-F88FD21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0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xAST 检出回归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076D4-F6E7-4A46-9C0F-1835F3B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finding 身份与完整 trace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旧新一致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61DB-1CB7-483A-BC11-9605CB7C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7D25C-9C1C-43DF-8906-B8A95480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E846-E7AE-4431-AC1A-BF2222F5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OWASP 安全靶场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0DB4E-A4C0-4BFB-B36A-E1347B8B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1,230 case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190 findings 与评分一致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F9248-34B2-4DDA-B626-888BA38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790700" cy="21526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C0FB1-E6CE-478C-82E7-C602417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D1F08-FF75-431F-B310-D24B381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性能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E2A02-3CD5-48E6-9706-5660DEB7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097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解析耗时、端到端耗时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RSS 口径单独说明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F87C2-4A0C-4C5A-A103-45905ADC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a、b 验证 UAST 层；c、d 验证产品层；e 验证运行成本。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2B120-D7BE-486F-AFA6-9CE6A66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83DDF-2107-48D5-9AD3-B3903EC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521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99173-7407-4FCE-BA51-A885E16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UAST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68606-F159-4F81-BCF1-2CD2091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真实语料把问题暴露出来，也把修复变成了可复现的回归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F8277-A321-4ACC-8A98-A0823890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小样例证明基本能力，大项目对照揭示精度、兼容和信息损失的边界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4EB5C-FF89-482E-A090-DD786A5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8FDAD-7022-44FC-A497-BAFF206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20/20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5973-547E-4710-ABAD-D3C46C5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PyTorch Phase 1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双侧解析、执行、round-trip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900DB-179E-4D06-96F9-0E3FE00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7A5AF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A5AF8"/>
                </a:solidFill>
                <a:latin typeface="PingFang SC"/>
                <a:ea typeface="PingFang SC"/>
                <a:cs typeface="PingFang SC"/>
              </a:rPr>
              <a:t>122/122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FA036-DE0D-42F8-9319-79C0319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真实 PyTorch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old/new 均可解析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1916C-472A-47BE-BBFA-92B06CD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106/122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8B3AB-148D-4F53-BEA7-E600999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语义 UAST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既定 canonical 规则下相等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DF458-B898-4157-B079-627D7B57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16 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1DF54-FEA3-45D5-87C7-8F3EB49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剩余差异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全部完成源码级分类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59023-684B-4277-8136-2F37009A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A55AB-7319-4BD9-A9B7-BD0249F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两类真实问题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5B621-7955-420B-8C24-A251907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472C3-1821-4715-BA0F-1F3239E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大整数精度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0C626-996D-4EAC-8E54-E4A75D5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7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JavaScript Number 会把超过 2^53−1 的 Python int 变形。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修复：保留原始数字文本，emitter 原样输出。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AF993-71FB-4223-8329-9755914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2C6E1-8AFA-4F5E-87AE-50B5E2DD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相邻 f-string 兼容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D14DE-08A4-4042-A753-398E42E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新 Visitor 需要遵循旧 UAST 的稳定树形状，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同时避免把插值内部的 a + b 误展开到外层拼接。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71460-0342-4500-9B52-8A4F2A3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关键理解：106/122 是 UAST 对照指标，不等于“只有 106 个文件解析成功”，也不等于 finding 退化。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CA3C0-EA73-43C6-B6B0-C879401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EAD42-883B-4555-892D-DE8BFE72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464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AEC06-21A0-42C9-9126-B7F46205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06 安全回归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AFA7-3471-40E2-9752-CC68C19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最终要回答的是：漏洞 finding 和污点路径有没有变化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B1621-6838-49A1-9AF9-366777C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因此比较的不只是总数，还包括 finding identity、位置和完整 codeFlow/threadFlow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F72D-BE46-4F00-826D-25693E5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4279-C258-434D-A77A-A833E5CC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xAST：通用污点引擎回归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3D74A-E49C-42C6-8303-0CB24E8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AE83D-2B1D-4FDB-B129-071DE77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606 文件版本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BAB97-CC0F-486A-9DC1-08E7B64F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old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8CBA5-09C0-42B2-8EB7-9A0286BC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332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EBD5F-C6DA-405F-A70C-AC836610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new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261F7-97E1-4A39-80EF-6CF1DC3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332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52B72-AD7D-4590-AC31-BEA2BE4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finding identity = 完全一致</a:t>
            </a:r>
          </a:p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规范化后完整 SARIF / trace = 完全一致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056D1-FC46-4431-AE02-91EDB62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OWASP：真实规则与真值回归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E8D2E-06CC-488C-B258-72CF2F77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140D2-BB7D-4FB4-99DE-3F5C327F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Python Benchmark v0.1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CA86-2699-4F78-B360-38A312FF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1,230 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F3B19-ECF0-4BAF-98D3-BC40725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190 findings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A943D-1B36-4E7A-B792-6A4B239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TP / FN / TN / FP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35816-DB82-4329-8318-FD357F6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41 / 411 / 734 / 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FEB52-1002-4F70-8A62-1FFDC27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2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命中 case 集合、finding identity、完整污点链均一致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E0295-E341-4D05-8ECE-33C14CB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结论：parser 替换没有改变 Engine 的安全分析语义。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D29AC-FE1E-4069-8721-E149EE0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BED2E-C041-4773-BBA2-00FAF18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6899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8C567-0AED-4CB4-9F1B-8BD4D81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07 性能与边界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F693-4953-49F1-B468-2325A24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Node.js 进程内解析缩短了链路，但内存结论必须看清统计口径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669C4-72C2-4777-B70D-C5ABE97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同一迁移可以同时改善耗时、减少文件 I/O，也可能增加运行时常驻内存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C8EC8-1B32-4692-805D-FC2FE67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7D77-C303-4734-8F99-EA008FC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E5AA8"/>
                </a:solidFill>
                <a:latin typeface="PingFang SC"/>
                <a:ea typeface="PingFang SC"/>
                <a:cs typeface="PingFang SC"/>
              </a:rPr>
              <a:t>xAST 800 文件：新方案相对旧方案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820F5-8014-49F7-972C-31B37AE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953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23DA2-37B6-40ED-AE3C-4D0696E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纯解析墙钟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CEDB0-2F22-462D-901A-0C51FE1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136.8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C374-E9CE-47D4-B2F4-049B673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vs 12.69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BF13D-1F1D-4BC9-873D-7331D63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约快 92 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5F902-BC3F-49E1-A711-F3041B0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完整 Engine 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D71F9-0011-403B-9B4F-FF5D021E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2.92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47E8E-13C0-4B2C-B7F3-E7C02E2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vs 4.26 s，约快 31%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8C25A-A5C4-46D5-9A47-18F3B5A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OWASP 1,230 文件：Engine 总时间 290,426 ms → 146,305 ms，约快 49.6%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2B85-9DDB-4E16-A38D-228E01C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6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F6C5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AC7DD-7079-426E-BFB8-78B992F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299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994A"/>
                </a:solidFill>
                <a:latin typeface="PingFang SC"/>
                <a:ea typeface="PingFang SC"/>
                <a:cs typeface="PingFang SC"/>
              </a:rPr>
              <a:t>当前限制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A4D91-D2DA-49CA-9EB9-985D22D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新旧 RSS 不是完全同一进程树口径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Node + WASM 的常驻开销更高</a:t>
            </a:r>
          </a:p>
          <a:p xmlns:a="http://schemas.openxmlformats.org/drawingml/2006/main">
            <a:pPr>
              <a:buNone/>
              <a:def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• 需要用同一 /usr/bin/time -v、worker 和父子进程汇总重新测 peak RSS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24788-DD6B-4362-81FB-DEF1C822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因此当前可以确认“耗时改善”，峰值内存仍应作为收口项复测。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1F2C5-7A96-4448-86A5-638B63A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YASA Python UAST 迁移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B9E28-A988-440B-8C74-B8F5E53D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0160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6AA40-10E5-43F0-B1C1-188C1E8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559C-DFFC-4F1F-B22D-3F240BA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迁移已经完成主要闭环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23B0-8F47-4AF3-AD6A-CAD75E79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BEE3F8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BEE3F8"/>
                </a:solidFill>
                <a:latin typeface="PingFang SC"/>
                <a:ea typeface="PingFang SC"/>
                <a:cs typeface="PingFang SC"/>
              </a:rPr>
              <a:t>现在可以把注意力从“能不能替换”转向“如何收口与持续维护”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57F1-FB88-4E0D-9D6C-D860CD1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C969-9948-49F8-88E8-6DE3966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66D5-B447-4F01-A800-30F9DA8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生产链路切到 Node.js + Tree-sitter/WASM；不再依赖外部 uast4py 和临时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F206-1726-42CE-9E30-41FDA18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6BFFF-901A-44EF-9C7B-605A9A4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3E490-B308-4BD0-9CFB-F995B1C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xAST 606 文件 finding / trace 一致；OWASP 1,230 case 结果与评分一致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0945A-8316-4223-B436-21D2D5A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ECD34-38C2-4A7D-AEC1-EB2E94E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3C5"/>
                </a:solidFill>
                <a:latin typeface="PingFang SC"/>
                <a:ea typeface="PingFang SC"/>
                <a:cs typeface="PingFang SC"/>
              </a:rPr>
              <a:t>已解释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7F22F-74D8-4534-B5F2-642C6C0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PyTorch 122/122 可解析；106/122 语义一致，其余 16 类差异均有分类证据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70E3A-434C-4126-B653-339AEFA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584D5-6CE1-4894-8CBE-31ED55D6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BD3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BD38D"/>
                </a:solidFill>
                <a:latin typeface="PingFang SC"/>
                <a:ea typeface="PingFang SC"/>
                <a:cs typeface="PingFang SC"/>
              </a:rPr>
              <a:t>待收口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1662C-9FA3-43B3-B89E-5B2AD6D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worker / /usr/bin/time -v / 父子进程统计口径，完成 peak RSS 复测并固定 artifact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78C74-08AA-443A-9F09-B413F47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FB3C8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可复现入口：workstreams/yasa-python-migration/docs/Python解析器迁移-现场验收手册.md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146E9-ABFC-4363-827B-DDD1AB1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29AB1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6177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2026-09-27T07:57:53.1570000Z</dcterms:created>
  <dcterms:modified xsi:type="dcterms:W3CDTF">2026-09-27T07:57:53.1580000Z</dcterms:modified>
</coreProperties>
</file>